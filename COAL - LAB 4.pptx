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B2B9-8E7F-0451-1CE7-E6FE88A7D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88472-EBE3-BBFC-BAA4-77688D1F5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62F3-CAB5-13C8-D60F-AFE8765C6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AC2D-AE98-209F-2F01-FFDFB29C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43BF0-A6E1-DD36-1186-45EC79E1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6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3AC6-E38A-7078-74AA-31D3D8F3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1DE3-2DC4-7E7B-5612-D2DC8A211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4E93C-EF2D-EF8B-471F-F615C807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5B281-5EE4-F64B-FA7C-289FCB51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F206D-6A46-66DE-0CDC-E563DE45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064C-A372-7725-494A-FBC5E824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999C8-6BB0-79E8-4B95-401C81E4A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725E-0C0D-4F6D-F3FC-D4DBEFAD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11A49-EE54-5049-9006-FBF2E193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4841D-D6C8-2394-318C-648C5BF4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2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157E-F576-0E7E-7198-B9DCE1C7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91527-1870-914D-0BCC-394A8BC19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62599-CC83-04B2-4C43-34260BFF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E9003-1E2F-5102-40A9-2728A510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AD511-2506-F449-01C7-C2FEB711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F6F4C-CE17-92FF-BEE0-B6D7E99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2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6E5E-209B-ED27-63B9-596D0813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A47BA-2C39-74BC-D710-A292C09C0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5B1FF-02B3-DBFE-5B63-DD6E41721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079F1-8FED-BCDD-62AA-E98E2D82A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C2B9-3612-3662-9691-AE1645FA2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3F2A1E-6FCE-2051-E4AB-16BE79A4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F27702-8C15-0BD5-B21F-D611237C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5DBE4-C912-2135-0889-E7FD8C9E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1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0542-B839-1752-8FC7-FB648CF3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61AE1-3DB3-5F86-090B-FFF03EF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F415B-22E6-CA5F-8695-2134C89D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D1DFD-2A07-A81A-0A4E-7B35B413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6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AEDEBD-3B03-0378-CE12-9396A3B2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34113-B72A-388C-CF37-A1D4E77F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D33B4-32B1-83E4-806A-F800610D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60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CBA0-99C2-B2F9-2292-1E89E8D0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62510-77C1-5A67-3A22-35770CD63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BF965-3031-43AD-FA3B-D34B64664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857B6-F1D8-5EF0-FC5B-8612EC14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CCC2-B364-6CE7-B98D-3FA35CBD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EF65A-A05D-A995-15DF-3E9FD896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3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694F-70D6-37C9-57A4-AF9717E1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451E2-5738-2B2F-1987-3BB5A294F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EA5D2-770E-7A5E-671A-1FEDFA0C2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07D6-E326-4646-7B64-39B84586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14480-0BEC-0258-B3C3-042D71A3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22F2A-1427-2705-C742-8892A83F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0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53A6-4179-42BF-FCFA-FCADCF0A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565AB-900E-6B03-5BBC-0E17B6EF3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F999-F88C-461F-C5D2-91674B47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E4AF7-8F75-EDEE-7354-0E5E5F14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3EC2F-577D-4C42-989A-36CFACB4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7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29885-8B35-9127-1248-E49FED0B5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A9A52-DA3E-01F4-9D7E-B50B7B06F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1567D-4590-2514-0B30-89820826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6A935-29CA-BF30-A9D4-25307D08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59C4E-372F-A2A4-4AEA-31AFE6E0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7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725AA6-30CF-0ADE-31E8-75EE0D62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6CE2E-6C3D-2A1A-4EDC-E8FB1594B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829BE-3693-69F4-7018-EC0475187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2E4C7-E95C-4281-B183-5EFBF7B829B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E2174-F781-4670-AD0C-6A56A93B7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0FDD-3AA6-F292-F62F-CAC281DF1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CB6AE-7221-473F-8728-8684ECEA4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4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274EA-4D18-5A85-F2B6-C87009907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6602" y="485365"/>
            <a:ext cx="9144000" cy="2387600"/>
          </a:xfrm>
        </p:spPr>
        <p:txBody>
          <a:bodyPr/>
          <a:lstStyle/>
          <a:p>
            <a:r>
              <a:rPr lang="en-US" dirty="0"/>
              <a:t>Computer Organization &amp;</a:t>
            </a:r>
            <a:br>
              <a:rPr lang="en-PK" dirty="0"/>
            </a:br>
            <a:r>
              <a:rPr lang="en-US" dirty="0"/>
              <a:t>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178FB-C9E3-F920-6148-FD49CEE3F7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04</a:t>
            </a:r>
          </a:p>
          <a:p>
            <a:r>
              <a:rPr lang="en-US" b="1" dirty="0"/>
              <a:t>Lab setup and First Assembly Language Program</a:t>
            </a:r>
            <a:endParaRPr lang="en-PK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42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43C5-C693-BB05-7FC9-7AB5D11CB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100"/>
            <a:ext cx="10515600" cy="4741863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3200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32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BJE</a:t>
            </a:r>
            <a:r>
              <a:rPr lang="en-US" sz="3200" b="1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32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TIVE</a:t>
            </a:r>
            <a:r>
              <a:rPr lang="en-US" sz="3200" b="1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3200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endParaRPr lang="en-PK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understand the basic structure of an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8086 Assembly Language Program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learn how to set up the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DOSBox environment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for assembly programming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study the use of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segments (.model, .data, .code, .stack)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understand how to display output using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DOS interrupt (int 21h)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write and execute a simple program to display a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string and a character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learn the process of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assembling, linking, and running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 program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develop basic understanding of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low-level programming concepts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3500" indent="0">
              <a:lnSpc>
                <a:spcPct val="150000"/>
              </a:lnSpc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23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F6A85-24F3-7E6B-B4BB-041909AAE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0"/>
            <a:ext cx="10515600" cy="97051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Lab Setup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9ABD3-707F-9A8E-C85A-9D3DF40A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970515"/>
            <a:ext cx="10515600" cy="578906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Download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DOSBox 0.74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Join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Google Classroom (GC)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using the code: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fsevszcw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(B-Section)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Download the required files: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LINK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EDIT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MASM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Create a folder named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masm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the C drive: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C:\masm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Copy all downloaded files into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C:\masm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folder.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Open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DOSBox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execute the following commands: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mount x c:\masm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x: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dir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Verify that all files are visible in the directory.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edit filename.asm (this will open the file, if the file exists)</a:t>
            </a:r>
          </a:p>
          <a:p>
            <a:pPr marL="514350" indent="-514350">
              <a:buFont typeface="+mj-lt"/>
              <a:buAutoNum type="arabicPeriod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48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14B9-3C71-9403-DC98-31B532AF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First Assembly Language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3864E-3050-BDE3-29A4-D48A1F685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1212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;Programmed By BSCS F23-B 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;Purpose: To display a String and a Character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.model small          ; Code and data not over 64KB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.stack 100h           ; Reserve 256(100h=256) bytes for stack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.data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str db "A Demo String $" ;A string of 15 characters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chr db 65         ; ASCII code of 'A'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value dw ?        ; Uninitialized variable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329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62569-2EF0-BFA5-5AB7-7DE99118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50"/>
            <a:ext cx="10515600" cy="6769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.code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main: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mov ax, @data     ; Load data segment address (by using @)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mov ds, ax        ; Initialize DS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lea dx, str       ; Load offset of string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mov ah, 9h        ; Service Number to display string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int 21h           ; Call OS to do the task (DOS interrupt)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mov dl, chr       ; Load character 'A'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mov ah, 2h        ; Service Number to display character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int 21h           ; Call OS to do the task (DOS interrupt)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mov ah, 4Ch       ; Service Number to Terminate program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int 21h           ;Call OS to do the task (DOS interrupt)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133348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105E-CDAD-E4D0-BB94-72DA0509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-168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Program Compilation and Linking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F914-DC2E-7C4C-8DB0-995FE4476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977900"/>
            <a:ext cx="10515600" cy="58801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Compile the assembly program using the following command: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masm filename.asm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   Example: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masm first.asm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the compilation is successful,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no errors will be displayed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and an object file (.obj) will be generated.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Link the object file using the following command: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link filename.obj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    Example: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link first.obj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After successful linking, an executable file (.exe) will be created.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Execute the program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link filename.exe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    Example: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first.exe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20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505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Computer Organization &amp; Assembly Language</vt:lpstr>
      <vt:lpstr>PowerPoint Presentation</vt:lpstr>
      <vt:lpstr>Lab Setup Instructions</vt:lpstr>
      <vt:lpstr>First Assembly Language Program</vt:lpstr>
      <vt:lpstr>PowerPoint Presentation</vt:lpstr>
      <vt:lpstr>Program Compilation and Linking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Tayyab Akhtar</dc:creator>
  <cp:lastModifiedBy>Tayyab Akhtar</cp:lastModifiedBy>
  <cp:revision>12</cp:revision>
  <dcterms:created xsi:type="dcterms:W3CDTF">2026-03-20T06:23:13Z</dcterms:created>
  <dcterms:modified xsi:type="dcterms:W3CDTF">2026-03-20T10:45:46Z</dcterms:modified>
</cp:coreProperties>
</file>